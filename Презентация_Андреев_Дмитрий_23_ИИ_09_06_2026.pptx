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797675" cy="9926625"/>
  <p:embeddedFontLs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regular.fntdata"/><Relationship Id="rId14" Type="http://schemas.openxmlformats.org/officeDocument/2006/relationships/slide" Target="slides/slide9.xml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-228600" lvl="0" marL="2286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47BB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50443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-228600" lvl="0" marL="2286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47BB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50443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-228600" lvl="0" marL="2286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47BB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50443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-228600" lvl="0" marL="2286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47BB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50443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-228600" lvl="0" marL="2286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47BB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9" name="Google Shape;59;p6:notes"/>
          <p:cNvSpPr txBox="1"/>
          <p:nvPr>
            <p:ph idx="12" type="sldNum"/>
          </p:nvPr>
        </p:nvSpPr>
        <p:spPr>
          <a:xfrm>
            <a:off x="3850443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7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-228600" lvl="0" marL="2286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47BB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5" name="Google Shape;65;p7:notes"/>
          <p:cNvSpPr txBox="1"/>
          <p:nvPr>
            <p:ph idx="12" type="sldNum"/>
          </p:nvPr>
        </p:nvSpPr>
        <p:spPr>
          <a:xfrm>
            <a:off x="3850443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8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-228600" lvl="0" marL="2286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447BB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2" name="Google Shape;72;p8:notes"/>
          <p:cNvSpPr txBox="1"/>
          <p:nvPr>
            <p:ph idx="12" type="sldNum"/>
          </p:nvPr>
        </p:nvSpPr>
        <p:spPr>
          <a:xfrm>
            <a:off x="3850443" y="9429198"/>
            <a:ext cx="2945659" cy="497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75" spcFirstLastPara="1" rIns="90975" wrap="square" tIns="45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:notes"/>
          <p:cNvSpPr txBox="1"/>
          <p:nvPr>
            <p:ph idx="1" type="body"/>
          </p:nvPr>
        </p:nvSpPr>
        <p:spPr>
          <a:xfrm>
            <a:off x="679768" y="4777967"/>
            <a:ext cx="5438140" cy="3908238"/>
          </a:xfrm>
          <a:prstGeom prst="rect">
            <a:avLst/>
          </a:prstGeom>
        </p:spPr>
        <p:txBody>
          <a:bodyPr anchorCtr="0" anchor="t" bIns="45475" lIns="90975" spcFirstLastPara="1" rIns="90975" wrap="square" tIns="4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7522"/>
            <a:ext cx="12192000" cy="6885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устой слайд">
  <p:cSld name="2_Пустой слайд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7228" y="278632"/>
            <a:ext cx="1311620" cy="572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устой слайд">
  <p:cSld name="1_Пустой слайд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144" y="-57926"/>
            <a:ext cx="12346490" cy="694695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/>
        </p:nvSpPr>
        <p:spPr>
          <a:xfrm>
            <a:off x="219075" y="1478644"/>
            <a:ext cx="7353300" cy="3550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Передовая медицинская инженерная школа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«Цифровое здравоохранение, нейротехнологии и биотехнологии»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ru-R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Разработка системы визуального мониторинга усталости пациента</a:t>
            </a:r>
            <a:b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3383553" y="5193436"/>
            <a:ext cx="4779372" cy="617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Выполнил: студент гр. 2</a:t>
            </a: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ИИ</a:t>
            </a: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		</a:t>
            </a: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Андреев</a:t>
            </a: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</a:t>
            </a: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Руководитель: д.т.н., </a:t>
            </a: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доцент ПМИШ</a:t>
            </a: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Панюкова Е</a:t>
            </a:r>
            <a:r>
              <a:rPr b="1" i="0" lang="ru-RU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.В.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3571875" y="6072188"/>
            <a:ext cx="16581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Самара 202</a:t>
            </a: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/>
        </p:nvSpPr>
        <p:spPr>
          <a:xfrm>
            <a:off x="386785" y="361296"/>
            <a:ext cx="7757090" cy="589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Актуальность и цель работы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" name="Google Shape;3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8797" y="1666022"/>
            <a:ext cx="4246875" cy="424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75" y="1102974"/>
            <a:ext cx="5345926" cy="40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/>
        </p:nvSpPr>
        <p:spPr>
          <a:xfrm>
            <a:off x="386784" y="361296"/>
            <a:ext cx="8538141" cy="762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Объект, предмет, задачи и методология исследования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24" y="1384875"/>
            <a:ext cx="3225901" cy="484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3525" y="1538475"/>
            <a:ext cx="594360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/>
        </p:nvSpPr>
        <p:spPr>
          <a:xfrm>
            <a:off x="386785" y="361296"/>
            <a:ext cx="8423840" cy="589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Теоретическая и практическая значимость работы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8750" y="1200399"/>
            <a:ext cx="5488500" cy="365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150" y="2645050"/>
            <a:ext cx="5943600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/>
        </p:nvSpPr>
        <p:spPr>
          <a:xfrm>
            <a:off x="386785" y="361296"/>
            <a:ext cx="7757090" cy="589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Описание хода исследования (разработки)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775" y="1163125"/>
            <a:ext cx="5943600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/>
        </p:nvSpPr>
        <p:spPr>
          <a:xfrm>
            <a:off x="386785" y="361296"/>
            <a:ext cx="7757090" cy="589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Результаты работы (2-4 слайда)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/>
        </p:nvSpPr>
        <p:spPr>
          <a:xfrm>
            <a:off x="386785" y="361296"/>
            <a:ext cx="7757090" cy="589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Выводы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8" name="Google Shape;6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200" y="913013"/>
            <a:ext cx="7003296" cy="5602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386785" y="361296"/>
            <a:ext cx="7757090" cy="82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Сведения об апробации работы (публикации, внедрение)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/>
        </p:nvSpPr>
        <p:spPr>
          <a:xfrm>
            <a:off x="1144819" y="2847776"/>
            <a:ext cx="952124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Благодарю за внимание!</a:t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